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ns1="http://schemas.openxmlformats.org/officeDocument/2006/relationships" xmlns:ns2="http://schemas.openxmlformats.org/drawingml/2006/main" xmlns:p="http://schemas.openxmlformats.org/presentationml/2006/main" xmlns:p14="http://schemas.microsoft.com/office/powerpoint/2010/main" saveSubsetFonts="1" autoCompressPictures="0">
  <p:sldMasterIdLst>
    <p:sldMasterId id="2147483648" ns1:id="rId1"/>
  </p:sldMasterIdLst>
  <p:sldIdLst>
    <p:sldId id="256" ns1:id="rId7"/>
  </p:sldIdLst>
  <p:sldSz cx="9144000" cy="5143500" type="screen4x3"/>
  <p:notesSz cx="6858000" cy="9144000"/>
  <p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p:defaultTextStyle>
  <p:extLst>
    <p:ext uri="{521415D9-36F7-43E2-AB2F-B90AF26B5E84}">
      <p14:sectionLst>
        <p14:section name="Northstar" id="{0a894946-2e83-423c-b7c2-8ab157470228}">
          <p14:sldIdLst>
            <p14:sldId id="25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Northstar is an invented studio used in this sample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 calmer workday">
    <p:bg>
      <p:bgPr>
        <a:solidFill>
          <a:srgbClr val="F5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per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and panel"/>
          <p:cNvSpPr/>
          <p:nvPr/>
        </p:nvSpPr>
        <p:spPr>
          <a:xfrm>
            <a:off x="5886450" y="1238250"/>
            <a:ext cx="2667000" cy="2971800"/>
          </a:xfrm>
          <a:prstGeom prst="rect">
            <a:avLst/>
          </a:prstGeom>
          <a:solidFill>
            <a:srgbClr val="1D5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oft arch"/>
          <p:cNvSpPr/>
          <p:nvPr/>
        </p:nvSpPr>
        <p:spPr>
          <a:xfrm>
            <a:off x="6229350" y="1571625"/>
            <a:ext cx="2000250" cy="2381250"/>
          </a:xfrm>
          <a:prstGeom prst="ellipse">
            <a:avLst/>
          </a:prstGeom>
          <a:solidFill>
            <a:srgbClr val="D5D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h opening"/>
          <p:cNvSpPr/>
          <p:nvPr/>
        </p:nvSpPr>
        <p:spPr>
          <a:xfrm>
            <a:off x="6572250" y="1914525"/>
            <a:ext cx="1333500" cy="2114550"/>
          </a:xfrm>
          <a:prstGeom prst="ellipse">
            <a:avLst/>
          </a:prstGeom>
          <a:solidFill>
            <a:srgbClr val="F5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h base"/>
          <p:cNvSpPr/>
          <p:nvPr/>
        </p:nvSpPr>
        <p:spPr>
          <a:xfrm>
            <a:off x="6229350" y="3076575"/>
            <a:ext cx="2000250" cy="952500"/>
          </a:xfrm>
          <a:prstGeom prst="rect">
            <a:avLst/>
          </a:prstGeom>
          <a:solidFill>
            <a:srgbClr val="D5D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en doorway"/>
          <p:cNvSpPr/>
          <p:nvPr/>
        </p:nvSpPr>
        <p:spPr>
          <a:xfrm>
            <a:off x="6572250" y="2676525"/>
            <a:ext cx="1333500" cy="1352550"/>
          </a:xfrm>
          <a:prstGeom prst="rect">
            <a:avLst/>
          </a:prstGeom>
          <a:solidFill>
            <a:srgbClr val="F5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orning light"/>
          <p:cNvSpPr/>
          <p:nvPr/>
        </p:nvSpPr>
        <p:spPr>
          <a:xfrm>
            <a:off x="7086600" y="2228850"/>
            <a:ext cx="381000" cy="381000"/>
          </a:xfrm>
          <a:prstGeom prst="ellipse">
            <a:avLst/>
          </a:prstGeom>
          <a:solidFill>
            <a:srgbClr val="E7A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isit card"/>
          <p:cNvSpPr/>
          <p:nvPr/>
        </p:nvSpPr>
        <p:spPr>
          <a:xfrm>
            <a:off x="552450" y="4124325"/>
            <a:ext cx="2133600" cy="409575"/>
          </a:xfrm>
          <a:prstGeom prst="rect">
            <a:avLst/>
          </a:prstGeom>
          <a:noFill/>
          <a:ln w="14287">
            <a:solidFill>
              <a:srgbClr val="1D5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Wordmark"/>
          <p:cNvSpPr txBox="1"/>
          <p:nvPr/>
        </p:nvSpPr>
        <p:spPr>
          <a:xfrm>
            <a:off x="514350" y="419100"/>
            <a:ext cx="32385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303B38"/>
                </a:solidFill>
                <a:latin typeface="Arial"/>
              </a:rPr>
              <a:t>N O R T H S T A R</a:t>
            </a:r>
          </a:p>
        </p:txBody>
      </p:sp>
      <p:sp>
        <p:nvSpPr>
          <p:cNvPr id="11" name="Edition"/>
          <p:cNvSpPr txBox="1"/>
          <p:nvPr/>
        </p:nvSpPr>
        <p:spPr>
          <a:xfrm>
            <a:off x="5524500" y="457200"/>
            <a:ext cx="31432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303B38"/>
                </a:solidFill>
                <a:latin typeface="Arial"/>
              </a:rPr>
              <a:t>SPACES FOR A CALMER WORKDAY</a:t>
            </a:r>
          </a:p>
        </p:txBody>
      </p:sp>
      <p:sp>
        <p:nvSpPr>
          <p:cNvPr id="12" name="Headline"/>
          <p:cNvSpPr txBox="1"/>
          <p:nvPr/>
        </p:nvSpPr>
        <p:spPr>
          <a:xfrm>
            <a:off x="514350" y="1285875"/>
            <a:ext cx="5000625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650" b="0" i="0">
                <a:solidFill>
                  <a:srgbClr val="303B38"/>
                </a:solidFill>
                <a:latin typeface="Georgia"/>
              </a:rPr>
              <a:t>A little space.</a:t>
            </a:r>
            <a:br/>
            <a:r>
              <a:rPr sz="4650" b="0" i="0">
                <a:solidFill>
                  <a:srgbClr val="303B38"/>
                </a:solidFill>
                <a:latin typeface="Georgia"/>
              </a:rPr>
              <a:t>A better day.</a:t>
            </a:r>
          </a:p>
        </p:txBody>
      </p:sp>
      <p:sp>
        <p:nvSpPr>
          <p:cNvPr id="13" name="Description"/>
          <p:cNvSpPr txBox="1"/>
          <p:nvPr/>
        </p:nvSpPr>
        <p:spPr>
          <a:xfrm>
            <a:off x="552450" y="3152775"/>
            <a:ext cx="4619625" cy="609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303B38"/>
                </a:solidFill>
                <a:latin typeface="Arial"/>
              </a:rPr>
              <a:t>A place to focus, connect, and find your rhythm.</a:t>
            </a:r>
            <a:br/>
            <a:r>
              <a:rPr sz="1200" b="0" i="0">
                <a:solidFill>
                  <a:srgbClr val="303B38"/>
                </a:solidFill>
                <a:latin typeface="Arial"/>
              </a:rPr>
              <a:t>Make room for the work that matters.</a:t>
            </a:r>
          </a:p>
        </p:txBody>
      </p:sp>
      <p:sp>
        <p:nvSpPr>
          <p:cNvPr id="14" name="Visit label"/>
          <p:cNvSpPr txBox="1"/>
          <p:nvPr/>
        </p:nvSpPr>
        <p:spPr>
          <a:xfrm>
            <a:off x="714375" y="4267200"/>
            <a:ext cx="1981199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 i="0">
                <a:solidFill>
                  <a:srgbClr val="303B38"/>
                </a:solidFill>
                <a:latin typeface="Arial"/>
              </a:rPr>
              <a:t>FIND YOUR NEXT SPACE   ↗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5953125" y="4543425"/>
            <a:ext cx="271462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303B38"/>
                </a:solidFill>
                <a:latin typeface="Arial"/>
              </a:rPr>
              <a:t>A quieter kind of ambition.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Northstar — a calmer workday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